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3DF8D3-C706-45F8-9EE1-AA6D8DB879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9CDD49-77F3-4433-934D-2379F50869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5CD499-2AEC-498C-A150-682ECB104D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076411-6E99-4D3D-B43A-FB100C5261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5893C0-D0FB-45CE-A7A4-B749BCF887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47DE8B-1B1B-4B00-8F96-DA7992A54B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4A3845-0567-43BB-AB65-5F98163496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775D10-8B8E-409E-AD4D-D7AA5FA7EA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DB00CB-9851-44C5-B5F7-27D933CB20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Címszöveg formátumának szerkesztése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Vázlatszöveg formátumának szerkesztése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vázlatszint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vázlatszint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vázlatszint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vázlatszint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Hatodik vázlatszint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Hetedik vázlatszint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E7BF05-E002-4498-A68E-5CED132F24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Kattintson duplán kép beillesztéséhez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DDF352-C111-486F-8B79-71BEF2B561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822960" y="105156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44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AFTR</a:t>
            </a: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822960" y="1920240"/>
            <a:ext cx="6583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r>
              <a:rPr lang="en-US" sz="30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Alkoholfogyasztás-követő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webalkalmazás koncepciója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868680" y="365760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Projektbemutató • statikus frontend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868680" y="5394960"/>
            <a:ext cx="6583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Készítette: Jakó Kevin, Kosztolányi Levente, Tóth Adrián</a:t>
            </a:r>
            <a:endParaRPr lang="hu-H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8092440" y="201168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868680" y="6446520"/>
            <a:ext cx="365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1. Csapattagok és feladatmegosztás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21720" y="1207080"/>
            <a:ext cx="107895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 Trello-kártyákon látható felosztás alapján.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02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777240" y="1828800"/>
            <a:ext cx="3428640" cy="320004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1005840" y="2148840"/>
            <a:ext cx="29257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Jakó Kevin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1005840" y="2788920"/>
            <a:ext cx="292572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Főoldal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PPT váz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Váz-szerkezeti rajz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0"/>
          <p:cNvSpPr/>
          <p:nvPr/>
        </p:nvSpPr>
        <p:spPr>
          <a:xfrm>
            <a:off x="4572000" y="1828800"/>
            <a:ext cx="3428640" cy="320004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4800600" y="214884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Kosztolányi Levente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4800600" y="2788920"/>
            <a:ext cx="292572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Kapcsolat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Rólunk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Dokumentáció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3"/>
          <p:cNvSpPr/>
          <p:nvPr/>
        </p:nvSpPr>
        <p:spPr>
          <a:xfrm>
            <a:off x="8366760" y="1828800"/>
            <a:ext cx="3428640" cy="320004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8595360" y="214884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Tóth Adrián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8595360" y="2788920"/>
            <a:ext cx="29257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Bejelentkezés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Regisztráció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PPT-design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822960" y="5440680"/>
            <a:ext cx="105152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2. A projekt röviden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621720" y="120708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Mi az AFTR, és milyen problémára keres megoldást?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03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822960" y="1828800"/>
            <a:ext cx="65833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9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Az AFTR egy alkoholfogyasztás követésére tervezett webalkalmazás koncepciója.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9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cél, hogy a felhasználó jobban átlássa a saját fogyasztási szokásait.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9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későbbi verzióban naplózás és egyszerű statisztikák segíthetik az önismeretet.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9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jelenlegi feladat az első bemutatható, statikus webes felület elkészítése.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7955280" y="1828800"/>
            <a:ext cx="3382920" cy="338292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8412480" y="251460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AFTR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275320" y="3246120"/>
            <a:ext cx="274284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r>
              <a:rPr lang="en-US" sz="19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Tudatosabb döntések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9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adatok alapján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3. A projekt célja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621720" y="120708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 hangsúly a tudatosságon van, nem a fogyasztás ösztönzésén.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04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822960" y="1828800"/>
            <a:ext cx="102409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fogyasztási szokások későbbi rögzítésének előkészítése.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heti és havi adatok áttekintésének lehetősége.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visszatérő minták felismerésének támogatása.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Egyszerű, könnyen érthető felület kialakítása.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Hosszabb távon a tudatosabb döntések támogatása.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868680" y="562356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Fontos: az alkalmazás nem orvosi eszköz, és nem helyettesít szakmai segítséget.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4. Célcsoport és fő funkciók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621720" y="1207080"/>
            <a:ext cx="107895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 funkciók a tervezett alkalmazás részei, ebben a verzióban még nem működnek.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05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777240" y="1965960"/>
            <a:ext cx="3428640" cy="237708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1005840" y="219456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01</a:t>
            </a:r>
            <a:endParaRPr lang="hu-H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1005840" y="26974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Fogyasztás naplózása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1005840" y="3291840"/>
            <a:ext cx="2880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Italok és mennyiségek későbbi rögzítése.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1"/>
          <p:cNvSpPr/>
          <p:nvPr/>
        </p:nvSpPr>
        <p:spPr>
          <a:xfrm>
            <a:off x="4572000" y="1965960"/>
            <a:ext cx="3428640" cy="237708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4800600" y="219456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02</a:t>
            </a:r>
            <a:endParaRPr lang="hu-H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4800600" y="26974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Statisztikák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4800600" y="3291840"/>
            <a:ext cx="2880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Heti és havi adatok áttekintése.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5"/>
          <p:cNvSpPr/>
          <p:nvPr/>
        </p:nvSpPr>
        <p:spPr>
          <a:xfrm>
            <a:off x="8366760" y="1965960"/>
            <a:ext cx="3428640" cy="237708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6"/>
          <p:cNvSpPr/>
          <p:nvPr/>
        </p:nvSpPr>
        <p:spPr>
          <a:xfrm>
            <a:off x="8595360" y="219456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03</a:t>
            </a:r>
            <a:endParaRPr lang="hu-H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7"/>
          <p:cNvSpPr/>
          <p:nvPr/>
        </p:nvSpPr>
        <p:spPr>
          <a:xfrm>
            <a:off x="8595360" y="26974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Önismeret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8"/>
          <p:cNvSpPr/>
          <p:nvPr/>
        </p:nvSpPr>
        <p:spPr>
          <a:xfrm>
            <a:off x="8595360" y="3291840"/>
            <a:ext cx="2880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Szokások és változások felismerése.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9"/>
          <p:cNvSpPr/>
          <p:nvPr/>
        </p:nvSpPr>
        <p:spPr>
          <a:xfrm>
            <a:off x="822960" y="4983480"/>
            <a:ext cx="10240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Célcsoport: olyan felhasználók, akik szeretnék jobban megérteni a saját szokásaikat.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5. A statikus weboldal oldalai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621720" y="120708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Öt külön HTML-oldal, külön CSS-fájlokkal.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06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822960" y="178308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8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Főoldal – bemutatja az AFTR ötletét és fő funkcióit.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8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Bejelentkezés – e-mail-cím és jelszó mező.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8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Regisztráció – név, e-mail-cím, jelszó és jelszó-megerősítés.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8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Rólunk – a projekt motivációja és célja.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8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Kapcsolat – elérhetőségek és kapcsolatfelvételi űrlap.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868680" y="5715000"/>
            <a:ext cx="100580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A navigáció az oldalak között működik; az formok nem küldenek adatot.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6. Technológiák és fejlesztőkörnyezet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621720" y="1207080"/>
            <a:ext cx="107895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07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7"/>
          <p:cNvSpPr/>
          <p:nvPr/>
        </p:nvSpPr>
        <p:spPr>
          <a:xfrm>
            <a:off x="822960" y="1828800"/>
            <a:ext cx="4800240" cy="342864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1097280" y="21488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Felhasznált technológiák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1097280" y="2743200"/>
            <a:ext cx="411444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HTML – az oldalak szerkezete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CSS – elrendezés és megjelenés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0"/>
          <p:cNvSpPr/>
          <p:nvPr/>
        </p:nvSpPr>
        <p:spPr>
          <a:xfrm>
            <a:off x="6080760" y="1828800"/>
            <a:ext cx="5120280" cy="342864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6355080" y="214884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Fejlesztőeszközök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6355080" y="2743200"/>
            <a:ext cx="4297320" cy="11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Kódszerkesztő: VSC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Verziókezelés: Git és GitHub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Feladatkezelés: Trello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868680" y="566928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Csak azokat az eszközöket hagyjátok benne, amelyeket valóban használtatok.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7. Munkaszervezés: GitHub és Trello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621720" y="120708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 feladatok és a forráskód követhető, külön kezelhető.</a:t>
            </a:r>
            <a:endParaRPr lang="hu-H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08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7"/>
          <p:cNvSpPr/>
          <p:nvPr/>
        </p:nvSpPr>
        <p:spPr>
          <a:xfrm>
            <a:off x="822960" y="1828800"/>
            <a:ext cx="4800240" cy="329148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1097280" y="214884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2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GitHub</a:t>
            </a:r>
            <a:endParaRPr lang="hu-H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1097280" y="2743200"/>
            <a:ext cx="4302720" cy="17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Külön repository a dokumentációnak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statikus HTML- és CSS-fájlok publikus repóban.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Kódváltozások követése.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0"/>
          <p:cNvSpPr/>
          <p:nvPr/>
        </p:nvSpPr>
        <p:spPr>
          <a:xfrm>
            <a:off x="6080760" y="1828800"/>
            <a:ext cx="5120280" cy="329148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1"/>
          <p:cNvSpPr/>
          <p:nvPr/>
        </p:nvSpPr>
        <p:spPr>
          <a:xfrm>
            <a:off x="6355080" y="214884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2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Trello</a:t>
            </a:r>
            <a:endParaRPr lang="hu-H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2"/>
          <p:cNvSpPr/>
          <p:nvPr/>
        </p:nvSpPr>
        <p:spPr>
          <a:xfrm>
            <a:off x="6355080" y="2743200"/>
            <a:ext cx="4343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Feladatok cetliken, felelősökkel.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Oszlopok: Ötletek, To Do, Folyamatban, Hibakeresés, Tesztelés, Kész.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kártyák leírása tartalmazza a teendőket.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3"/>
          <p:cNvSpPr/>
          <p:nvPr/>
        </p:nvSpPr>
        <p:spPr>
          <a:xfrm>
            <a:off x="868680" y="557784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621720" y="1207080"/>
            <a:ext cx="107895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621720" y="6473880"/>
            <a:ext cx="7314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6"/>
          <p:cNvSpPr/>
          <p:nvPr/>
        </p:nvSpPr>
        <p:spPr>
          <a:xfrm>
            <a:off x="11109960" y="6446520"/>
            <a:ext cx="456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08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1097280" y="2148840"/>
            <a:ext cx="3931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1097280" y="2743200"/>
            <a:ext cx="4302720" cy="17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6355080" y="2148840"/>
            <a:ext cx="4205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6355080" y="2743200"/>
            <a:ext cx="4343040" cy="18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3"/>
          <p:cNvSpPr/>
          <p:nvPr/>
        </p:nvSpPr>
        <p:spPr>
          <a:xfrm>
            <a:off x="868680" y="557784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48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4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621720" y="1207080"/>
            <a:ext cx="107895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621720" y="6473880"/>
            <a:ext cx="7314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11109960" y="6446520"/>
            <a:ext cx="456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08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1097280" y="2148840"/>
            <a:ext cx="3931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1097280" y="2743200"/>
            <a:ext cx="4302720" cy="17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1"/>
          <p:cNvSpPr/>
          <p:nvPr/>
        </p:nvSpPr>
        <p:spPr>
          <a:xfrm>
            <a:off x="6355080" y="2148840"/>
            <a:ext cx="4205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2"/>
          <p:cNvSpPr/>
          <p:nvPr/>
        </p:nvSpPr>
        <p:spPr>
          <a:xfrm>
            <a:off x="6355080" y="2743200"/>
            <a:ext cx="4343040" cy="18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3"/>
          <p:cNvSpPr/>
          <p:nvPr/>
        </p:nvSpPr>
        <p:spPr>
          <a:xfrm>
            <a:off x="868680" y="557784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"/>
          <p:cNvPicPr/>
          <p:nvPr/>
        </p:nvPicPr>
        <p:blipFill>
          <a:blip r:embed="rId1"/>
          <a:stretch/>
        </p:blipFill>
        <p:spPr>
          <a:xfrm>
            <a:off x="0" y="0"/>
            <a:ext cx="12191400" cy="63608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594360" y="3841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8. A weboldal bemutatója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621720" y="1207080"/>
            <a:ext cx="107895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5"/>
          <p:cNvSpPr/>
          <p:nvPr/>
        </p:nvSpPr>
        <p:spPr>
          <a:xfrm>
            <a:off x="621720" y="64738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6"/>
          <p:cNvSpPr/>
          <p:nvPr/>
        </p:nvSpPr>
        <p:spPr>
          <a:xfrm>
            <a:off x="11109960" y="6446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09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7"/>
          <p:cNvSpPr/>
          <p:nvPr/>
        </p:nvSpPr>
        <p:spPr>
          <a:xfrm>
            <a:off x="777240" y="1828800"/>
            <a:ext cx="3428640" cy="233136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8"/>
          <p:cNvSpPr/>
          <p:nvPr/>
        </p:nvSpPr>
        <p:spPr>
          <a:xfrm>
            <a:off x="941760" y="2011680"/>
            <a:ext cx="3099600" cy="1691280"/>
          </a:xfrm>
          <a:prstGeom prst="rect">
            <a:avLst/>
          </a:prstGeom>
          <a:solidFill>
            <a:srgbClr val="4B46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9"/>
          <p:cNvSpPr/>
          <p:nvPr/>
        </p:nvSpPr>
        <p:spPr>
          <a:xfrm>
            <a:off x="1097280" y="2560320"/>
            <a:ext cx="2788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KÉPERNYŐKÉP HELYE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914400" y="43160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FŐOLDAL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1"/>
          <p:cNvSpPr/>
          <p:nvPr/>
        </p:nvSpPr>
        <p:spPr>
          <a:xfrm>
            <a:off x="4572000" y="1828800"/>
            <a:ext cx="3428640" cy="233136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12"/>
          <p:cNvSpPr/>
          <p:nvPr/>
        </p:nvSpPr>
        <p:spPr>
          <a:xfrm>
            <a:off x="4736520" y="2011680"/>
            <a:ext cx="3099600" cy="1691280"/>
          </a:xfrm>
          <a:prstGeom prst="rect">
            <a:avLst/>
          </a:prstGeom>
          <a:solidFill>
            <a:srgbClr val="4B46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3"/>
          <p:cNvSpPr/>
          <p:nvPr/>
        </p:nvSpPr>
        <p:spPr>
          <a:xfrm>
            <a:off x="4892040" y="2560320"/>
            <a:ext cx="2788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KÉPERNYŐKÉP HELYE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4709160" y="43160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BEJELENTKEZÉS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15"/>
          <p:cNvSpPr/>
          <p:nvPr/>
        </p:nvSpPr>
        <p:spPr>
          <a:xfrm>
            <a:off x="8366760" y="1828800"/>
            <a:ext cx="3428640" cy="233136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16"/>
          <p:cNvSpPr/>
          <p:nvPr/>
        </p:nvSpPr>
        <p:spPr>
          <a:xfrm>
            <a:off x="8531280" y="2011680"/>
            <a:ext cx="3099600" cy="1691280"/>
          </a:xfrm>
          <a:prstGeom prst="rect">
            <a:avLst/>
          </a:prstGeom>
          <a:solidFill>
            <a:srgbClr val="4B46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7"/>
          <p:cNvSpPr/>
          <p:nvPr/>
        </p:nvSpPr>
        <p:spPr>
          <a:xfrm>
            <a:off x="8686800" y="2560320"/>
            <a:ext cx="2788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KÉPERNYŐKÉP HELYE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8"/>
          <p:cNvSpPr/>
          <p:nvPr/>
        </p:nvSpPr>
        <p:spPr>
          <a:xfrm>
            <a:off x="8503920" y="43160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REGISZTRÁCIÓ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9"/>
          <p:cNvSpPr/>
          <p:nvPr/>
        </p:nvSpPr>
        <p:spPr>
          <a:xfrm>
            <a:off x="822960" y="516636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941760" y="2011680"/>
            <a:ext cx="3099600" cy="176832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97" name=""/>
          <p:cNvPicPr/>
          <p:nvPr/>
        </p:nvPicPr>
        <p:blipFill>
          <a:blip r:embed="rId2"/>
          <a:stretch/>
        </p:blipFill>
        <p:spPr>
          <a:xfrm>
            <a:off x="4736520" y="2010240"/>
            <a:ext cx="3099600" cy="170856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98" name=""/>
          <p:cNvPicPr/>
          <p:nvPr/>
        </p:nvPicPr>
        <p:blipFill>
          <a:blip r:embed="rId3"/>
          <a:stretch/>
        </p:blipFill>
        <p:spPr>
          <a:xfrm>
            <a:off x="8531280" y="2011680"/>
            <a:ext cx="3099600" cy="17092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594360" y="3841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9. Jelenlegi állapot és következő lépések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612720" y="1078920"/>
            <a:ext cx="914040" cy="45360"/>
          </a:xfrm>
          <a:prstGeom prst="rect">
            <a:avLst/>
          </a:prstGeom>
          <a:solidFill>
            <a:srgbClr val="67E8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4"/>
          <p:cNvSpPr/>
          <p:nvPr/>
        </p:nvSpPr>
        <p:spPr>
          <a:xfrm>
            <a:off x="621720" y="120708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5"/>
          <p:cNvSpPr/>
          <p:nvPr/>
        </p:nvSpPr>
        <p:spPr>
          <a:xfrm>
            <a:off x="621720" y="6473880"/>
            <a:ext cx="7314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11109960" y="6446520"/>
            <a:ext cx="456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10</a:t>
            </a:r>
            <a:endParaRPr lang="hu-H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7"/>
          <p:cNvSpPr/>
          <p:nvPr/>
        </p:nvSpPr>
        <p:spPr>
          <a:xfrm>
            <a:off x="822960" y="1828800"/>
            <a:ext cx="4800240" cy="338292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8"/>
          <p:cNvSpPr/>
          <p:nvPr/>
        </p:nvSpPr>
        <p:spPr>
          <a:xfrm>
            <a:off x="1097280" y="2148840"/>
            <a:ext cx="41144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Elkészült / bemutatható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9"/>
          <p:cNvSpPr/>
          <p:nvPr/>
        </p:nvSpPr>
        <p:spPr>
          <a:xfrm>
            <a:off x="1097280" y="2743200"/>
            <a:ext cx="4114440" cy="16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Öt statikus weboldal.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Külön CSS minden oldalhoz.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Oldalak közötti navigáció.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7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Reszponzív alapelrendezés.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0"/>
          <p:cNvSpPr/>
          <p:nvPr/>
        </p:nvSpPr>
        <p:spPr>
          <a:xfrm>
            <a:off x="6080760" y="1828800"/>
            <a:ext cx="5120280" cy="3382920"/>
          </a:xfrm>
          <a:prstGeom prst="roundRect">
            <a:avLst>
              <a:gd name="adj" fmla="val 16667"/>
            </a:avLst>
          </a:prstGeom>
          <a:solidFill>
            <a:srgbClr val="262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1"/>
          <p:cNvSpPr/>
          <p:nvPr/>
        </p:nvSpPr>
        <p:spPr>
          <a:xfrm>
            <a:off x="6355080" y="2148840"/>
            <a:ext cx="43887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0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Következő lépések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2"/>
          <p:cNvSpPr/>
          <p:nvPr/>
        </p:nvSpPr>
        <p:spPr>
          <a:xfrm>
            <a:off x="6355080" y="2743200"/>
            <a:ext cx="4388760" cy="25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képernyőképek és vázrajzok elkészítése.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dokumentáció első öt oldalának befejezése.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frontend feltöltése publikus GitHub-repóba.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16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•  A bemutató véglegesítése és ellenőrzése.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3"/>
          <p:cNvSpPr/>
          <p:nvPr/>
        </p:nvSpPr>
        <p:spPr>
          <a:xfrm>
            <a:off x="868680" y="557784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5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822960" y="1051560"/>
            <a:ext cx="5943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44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AFTR</a:t>
            </a: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2700000" y="2689560"/>
            <a:ext cx="68400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4200" b="1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Köszönjük a figyelmet!</a:t>
            </a:r>
            <a:endParaRPr lang="hu-HU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868680" y="3657600"/>
            <a:ext cx="59432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6"/>
          <p:cNvSpPr/>
          <p:nvPr/>
        </p:nvSpPr>
        <p:spPr>
          <a:xfrm>
            <a:off x="868680" y="5394960"/>
            <a:ext cx="6583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F5F3FB"/>
                </a:solidFill>
                <a:effectLst/>
                <a:uFillTx/>
                <a:latin typeface="Aptos"/>
              </a:rPr>
              <a:t>Készítette: Jakó Kevin, Kosztolányi Levente, Tóth Adrián</a:t>
            </a:r>
            <a:endParaRPr lang="hu-H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7"/>
          <p:cNvSpPr/>
          <p:nvPr/>
        </p:nvSpPr>
        <p:spPr>
          <a:xfrm>
            <a:off x="8092440" y="201168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868680" y="6446520"/>
            <a:ext cx="365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BEB9CD"/>
                </a:solidFill>
                <a:effectLst/>
                <a:uFillTx/>
                <a:latin typeface="Aptos"/>
              </a:rPr>
              <a:t>AFTR | Iskolai szoftverfejlesztői projekt</a:t>
            </a:r>
            <a:endParaRPr lang="hu-H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LibreOffice/26.8.1.1$Windows_X86_64 LibreOffice_project/bf6ef2662401c7d6dce671ab4deb26ee0af3a7c1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hu-HU</dc:language>
  <cp:lastModifiedBy/>
  <dcterms:modified xsi:type="dcterms:W3CDTF">2026-10-11T17:32:50Z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